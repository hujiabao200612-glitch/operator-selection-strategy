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672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5A3BEE-CAA8-1D61-AFA9-1DDAED21D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B3B4FB-C74D-EA58-804F-C75D480B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DE4A8F-D275-86D9-6B11-5155EDD0A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51ECB-E836-43B6-B939-80825D2AD5B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EB823A-1223-C30D-B725-817BD36C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DB09B8-E2ED-B70D-E326-C26857AC6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4929-9581-4785-AC08-E8290DD93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58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58E1F-075A-BA1E-D5CB-A7E784272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CDF7D7-EB33-3336-CFB6-F39BD0D64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45F433-96D6-0F62-7D02-4F746CA43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51ECB-E836-43B6-B939-80825D2AD5B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DFE805-39A2-DA8B-E15E-688E7A68F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C2C511-999C-5F80-5DB0-B63FEAC7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4929-9581-4785-AC08-E8290DD93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73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DEFD53-0323-5A27-6508-14B28335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556F22-7146-9C86-B3C0-0D82C257C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CCFFE5-EF9C-6D37-ABB7-2488C9E6B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51ECB-E836-43B6-B939-80825D2AD5B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C493EF-A77D-F786-4D7F-4557C9868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82E49-0087-EE8F-DA69-FF5FD3AA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4929-9581-4785-AC08-E8290DD93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81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43EF4F-ACB8-C782-18D7-BDD960670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25ECA3-9AAF-C733-58A4-B27ED459C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75F3BD-382D-CBB0-633D-6C31D3498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8A9D93-70D7-DC3E-8642-3BF679E1C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51ECB-E836-43B6-B939-80825D2AD5B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7997F3-36AC-649B-B318-C3F7B1782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F5610B-E088-196B-410C-3FA934351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4929-9581-4785-AC08-E8290DD93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75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5AEAF4-4205-A109-23A5-D6B4C42C7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848A7C-C49A-4093-1976-61F94BF59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1160E8-8F32-C2E3-7F0C-F03BC6E2C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D806279-8C0E-7DD3-5CDE-E3B23E988F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241D30A-E2C6-2B43-F66E-E89771496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8365859-CB6C-2722-2622-688BE0EB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51ECB-E836-43B6-B939-80825D2AD5B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4D72AE-496F-9C68-43DA-B24C87A02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4FB51A-2529-948F-48E8-A0F148447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4929-9581-4785-AC08-E8290DD93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250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3D080F-DFEF-D486-00C0-A2076AF1E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C6F096-1BB9-D1B4-C306-3C0322522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51ECB-E836-43B6-B939-80825D2AD5B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ACE5B8A-3648-9D64-B59C-BBB3E8838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EC30BB-9892-FE67-A1F0-25E983822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4929-9581-4785-AC08-E8290DD93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787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390B06-E1F9-9E34-47F7-9478FC83E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51ECB-E836-43B6-B939-80825D2AD5B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883239-D64B-9C5B-5CB0-A8E0046BD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6EF217-199B-02D4-66BC-FF564C6A2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4929-9581-4785-AC08-E8290DD93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769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A97C9-5DCC-3DA8-85B6-7429A60DC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FEAD54-6A2E-BADB-D694-9EED774B4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B699DA-9C06-7F0B-45E8-EE70F0853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7DA29D-99A1-4219-588C-E7ED53F4B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51ECB-E836-43B6-B939-80825D2AD5B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5C9DDB-F12E-BF1C-A6E0-AB11840AF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DFA4A9-AFC9-7D55-36A6-02CD5B39A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4929-9581-4785-AC08-E8290DD93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215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65F4A-E035-B084-BCC2-74B31F77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855A6E9-FB0E-C91A-DCA8-3D472DDE4A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6FD4DB-894D-2B39-A453-7A435EBEE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B8FAC5-8DE4-20DA-FB1C-43E696378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51ECB-E836-43B6-B939-80825D2AD5B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9BD325-9011-F45A-A184-A2F2F3C7E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95492D-A583-7F4F-1A9B-8457F1921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4929-9581-4785-AC08-E8290DD93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918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6F84E4-BB44-D906-7C24-B99E7069E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1273B3-A3B9-B08D-154B-8ABD6F218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4E21CD-7667-624D-BA6A-68053B46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51ECB-E836-43B6-B939-80825D2AD5B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155A9D-B03B-3D2B-AACD-E326CE9C8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21C3E2-B413-3DF9-56B4-00158B582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4929-9581-4785-AC08-E8290DD93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959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5B4CDE-0CF1-B0C1-FEB2-498FBC1471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86BE24-A715-4A09-1BF7-5C3BA8778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EA57FE-C902-2CBA-EA0A-C62C84080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51ECB-E836-43B6-B939-80825D2AD5B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524F03-2659-F34D-1F27-25EFDEE41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E42E36-1606-2274-FDEA-F3F1F9479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4929-9581-4785-AC08-E8290DD93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249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6F11B3-E0BB-55F3-C40B-2B2BB6D9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1FDDC2-CFE6-6C19-6A23-39ACAF15E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F07A00-3C93-56BA-8856-70F4386DC3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51ECB-E836-43B6-B939-80825D2AD5B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6C526C-F2FB-B342-E409-392EFD97A8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B258D6-4B78-24A5-EE97-C140EC52D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24929-9581-4785-AC08-E8290DD93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777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83C5BA7-5A00-CA29-838F-0AA0E08B99B0}"/>
              </a:ext>
            </a:extLst>
          </p:cNvPr>
          <p:cNvSpPr/>
          <p:nvPr/>
        </p:nvSpPr>
        <p:spPr>
          <a:xfrm>
            <a:off x="1116104" y="1700590"/>
            <a:ext cx="9134474" cy="11983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FBB5CF-4268-F049-167A-33B074B73720}"/>
              </a:ext>
            </a:extLst>
          </p:cNvPr>
          <p:cNvSpPr/>
          <p:nvPr/>
        </p:nvSpPr>
        <p:spPr>
          <a:xfrm>
            <a:off x="1116104" y="3518106"/>
            <a:ext cx="3081597" cy="20977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D847F4-D48E-AF79-0C07-809555AC6B99}"/>
              </a:ext>
            </a:extLst>
          </p:cNvPr>
          <p:cNvSpPr/>
          <p:nvPr/>
        </p:nvSpPr>
        <p:spPr>
          <a:xfrm>
            <a:off x="4809571" y="3518106"/>
            <a:ext cx="2530290" cy="20977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0A4019C-238E-86A9-5620-29FB958B518A}"/>
              </a:ext>
            </a:extLst>
          </p:cNvPr>
          <p:cNvSpPr/>
          <p:nvPr/>
        </p:nvSpPr>
        <p:spPr>
          <a:xfrm>
            <a:off x="7957854" y="3112994"/>
            <a:ext cx="2292724" cy="25028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F4E798C-81A8-CFED-A3D4-2ACDD7A9BA9C}"/>
              </a:ext>
            </a:extLst>
          </p:cNvPr>
          <p:cNvSpPr txBox="1"/>
          <p:nvPr/>
        </p:nvSpPr>
        <p:spPr>
          <a:xfrm>
            <a:off x="1872072" y="359642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智能优化算法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06FB846-27BD-109E-1774-5206B40C6188}"/>
              </a:ext>
            </a:extLst>
          </p:cNvPr>
          <p:cNvSpPr txBox="1"/>
          <p:nvPr/>
        </p:nvSpPr>
        <p:spPr>
          <a:xfrm>
            <a:off x="5289886" y="362398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典型决策任务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8EA4827-2EFC-B880-8EDF-F54F3C36EA60}"/>
              </a:ext>
            </a:extLst>
          </p:cNvPr>
          <p:cNvSpPr txBox="1"/>
          <p:nvPr/>
        </p:nvSpPr>
        <p:spPr>
          <a:xfrm>
            <a:off x="8550218" y="320518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兵棋推演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93D361-1628-D5CF-8782-E99DB1222F76}"/>
              </a:ext>
            </a:extLst>
          </p:cNvPr>
          <p:cNvSpPr/>
          <p:nvPr/>
        </p:nvSpPr>
        <p:spPr>
          <a:xfrm>
            <a:off x="1337981" y="4060556"/>
            <a:ext cx="1236436" cy="6015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群体智能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DDFDD5-82D7-410F-C082-DC905B3C9A59}"/>
              </a:ext>
            </a:extLst>
          </p:cNvPr>
          <p:cNvSpPr/>
          <p:nvPr/>
        </p:nvSpPr>
        <p:spPr>
          <a:xfrm>
            <a:off x="2752155" y="4060555"/>
            <a:ext cx="1236436" cy="6015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进化计算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164B24-39BA-875D-6925-A23FCF80CEA5}"/>
              </a:ext>
            </a:extLst>
          </p:cNvPr>
          <p:cNvSpPr/>
          <p:nvPr/>
        </p:nvSpPr>
        <p:spPr>
          <a:xfrm>
            <a:off x="2038684" y="4770991"/>
            <a:ext cx="1236436" cy="6015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传统启发式算法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D5D4368-92C4-2F71-D86A-F75955C2E288}"/>
              </a:ext>
            </a:extLst>
          </p:cNvPr>
          <p:cNvSpPr/>
          <p:nvPr/>
        </p:nvSpPr>
        <p:spPr>
          <a:xfrm>
            <a:off x="5151694" y="4053833"/>
            <a:ext cx="1846044" cy="6015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作战资源分配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22CFDC9-3A1A-E83E-E128-253E61C09232}"/>
              </a:ext>
            </a:extLst>
          </p:cNvPr>
          <p:cNvSpPr/>
          <p:nvPr/>
        </p:nvSpPr>
        <p:spPr>
          <a:xfrm>
            <a:off x="5151694" y="4779090"/>
            <a:ext cx="1846044" cy="6015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作战资源部署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0CF912-E7F6-2CB6-DD1F-FA7B2725AB12}"/>
              </a:ext>
            </a:extLst>
          </p:cNvPr>
          <p:cNvSpPr/>
          <p:nvPr/>
        </p:nvSpPr>
        <p:spPr>
          <a:xfrm>
            <a:off x="8181194" y="3789724"/>
            <a:ext cx="1846044" cy="4504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对空作战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74DAC5A-EF99-2217-76FE-87ED3F929487}"/>
              </a:ext>
            </a:extLst>
          </p:cNvPr>
          <p:cNvSpPr/>
          <p:nvPr/>
        </p:nvSpPr>
        <p:spPr>
          <a:xfrm>
            <a:off x="8181194" y="4317298"/>
            <a:ext cx="1846044" cy="4504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对海作战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57B24ED-4F9F-C3A6-606E-CC84851644CD}"/>
              </a:ext>
            </a:extLst>
          </p:cNvPr>
          <p:cNvSpPr/>
          <p:nvPr/>
        </p:nvSpPr>
        <p:spPr>
          <a:xfrm>
            <a:off x="8181194" y="4867736"/>
            <a:ext cx="1846044" cy="4504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对陆作战</a:t>
            </a: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E445C632-86C3-34A4-C645-150354A0F6B2}"/>
              </a:ext>
            </a:extLst>
          </p:cNvPr>
          <p:cNvSpPr/>
          <p:nvPr/>
        </p:nvSpPr>
        <p:spPr>
          <a:xfrm>
            <a:off x="4195482" y="4341736"/>
            <a:ext cx="609579" cy="4504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F2B0B384-9695-5933-0BAC-CD19B3ECA2AF}"/>
              </a:ext>
            </a:extLst>
          </p:cNvPr>
          <p:cNvSpPr/>
          <p:nvPr/>
        </p:nvSpPr>
        <p:spPr>
          <a:xfrm rot="10800000">
            <a:off x="7350872" y="4341736"/>
            <a:ext cx="609579" cy="4504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3C125CB3-E92E-40A8-ACA7-09445396CD07}"/>
              </a:ext>
            </a:extLst>
          </p:cNvPr>
          <p:cNvSpPr/>
          <p:nvPr/>
        </p:nvSpPr>
        <p:spPr>
          <a:xfrm rot="5400000">
            <a:off x="2352112" y="2978529"/>
            <a:ext cx="609579" cy="4504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A510F03F-F5CF-BEA3-BAFD-A991C2A09CC7}"/>
              </a:ext>
            </a:extLst>
          </p:cNvPr>
          <p:cNvSpPr/>
          <p:nvPr/>
        </p:nvSpPr>
        <p:spPr>
          <a:xfrm rot="16200000">
            <a:off x="5694841" y="2978528"/>
            <a:ext cx="609579" cy="4504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C08A7CA-056F-4926-9D24-0DDFEB7FF9ED}"/>
              </a:ext>
            </a:extLst>
          </p:cNvPr>
          <p:cNvSpPr/>
          <p:nvPr/>
        </p:nvSpPr>
        <p:spPr>
          <a:xfrm>
            <a:off x="7373480" y="1890361"/>
            <a:ext cx="2362198" cy="8059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80FFF25-3BBE-E439-0069-18797390327F}"/>
              </a:ext>
            </a:extLst>
          </p:cNvPr>
          <p:cNvSpPr/>
          <p:nvPr/>
        </p:nvSpPr>
        <p:spPr>
          <a:xfrm>
            <a:off x="4533626" y="1920541"/>
            <a:ext cx="2600046" cy="7456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B985BA0-74A0-8438-4C8B-305DCE76AE66}"/>
              </a:ext>
            </a:extLst>
          </p:cNvPr>
          <p:cNvSpPr/>
          <p:nvPr/>
        </p:nvSpPr>
        <p:spPr>
          <a:xfrm>
            <a:off x="1571435" y="1920541"/>
            <a:ext cx="2722383" cy="7456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E0E20AE-0582-1D86-E34D-6AE885E6BDF8}"/>
              </a:ext>
            </a:extLst>
          </p:cNvPr>
          <p:cNvSpPr txBox="1"/>
          <p:nvPr/>
        </p:nvSpPr>
        <p:spPr>
          <a:xfrm>
            <a:off x="2378628" y="210867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机器学习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78DF07-219B-A323-9954-FE6D6CCC2E3A}"/>
              </a:ext>
            </a:extLst>
          </p:cNvPr>
          <p:cNvSpPr txBox="1"/>
          <p:nvPr/>
        </p:nvSpPr>
        <p:spPr>
          <a:xfrm>
            <a:off x="5164235" y="210867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自适应控制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8A958C-0CB4-A6BA-D169-C9EE5DF4A0CF}"/>
              </a:ext>
            </a:extLst>
          </p:cNvPr>
          <p:cNvSpPr txBox="1"/>
          <p:nvPr/>
        </p:nvSpPr>
        <p:spPr>
          <a:xfrm>
            <a:off x="7885165" y="210867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适应度景观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5B78F18-A6BC-21C3-CDF1-BCA9CD5BD725}"/>
              </a:ext>
            </a:extLst>
          </p:cNvPr>
          <p:cNvSpPr txBox="1"/>
          <p:nvPr/>
        </p:nvSpPr>
        <p:spPr>
          <a:xfrm>
            <a:off x="1323667" y="2981685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指导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89F0923-B843-9DBE-BF7E-9A05BC845CCC}"/>
              </a:ext>
            </a:extLst>
          </p:cNvPr>
          <p:cNvSpPr txBox="1"/>
          <p:nvPr/>
        </p:nvSpPr>
        <p:spPr>
          <a:xfrm>
            <a:off x="4171406" y="3951087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求解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4E64E54-6912-77A9-E03A-51105AC42A46}"/>
              </a:ext>
            </a:extLst>
          </p:cNvPr>
          <p:cNvSpPr txBox="1"/>
          <p:nvPr/>
        </p:nvSpPr>
        <p:spPr>
          <a:xfrm>
            <a:off x="5062092" y="300925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反馈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032BE31-FE81-F7BC-7F01-9A0D2F7600FF}"/>
              </a:ext>
            </a:extLst>
          </p:cNvPr>
          <p:cNvSpPr txBox="1"/>
          <p:nvPr/>
        </p:nvSpPr>
        <p:spPr>
          <a:xfrm>
            <a:off x="7337622" y="3965965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建模</a:t>
            </a:r>
          </a:p>
        </p:txBody>
      </p:sp>
    </p:spTree>
    <p:extLst>
      <p:ext uri="{BB962C8B-B14F-4D97-AF65-F5344CB8AC3E}">
        <p14:creationId xmlns:p14="http://schemas.microsoft.com/office/powerpoint/2010/main" val="284097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宽屏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黑体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L H</dc:creator>
  <cp:lastModifiedBy>M L H</cp:lastModifiedBy>
  <cp:revision>1</cp:revision>
  <dcterms:created xsi:type="dcterms:W3CDTF">2025-11-26T03:59:46Z</dcterms:created>
  <dcterms:modified xsi:type="dcterms:W3CDTF">2025-11-26T04:00:00Z</dcterms:modified>
</cp:coreProperties>
</file>